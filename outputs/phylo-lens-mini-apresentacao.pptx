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fb13cb5e4a474c" /><Relationship Type="http://schemas.openxmlformats.org/officeDocument/2006/relationships/extended-properties" Target="/docProps/app.xml" Id="R5ec00f5737bc406e" /><Relationship Type="http://schemas.openxmlformats.org/officeDocument/2006/relationships/officeDocument" Target="/ppt/presentation.xml" Id="R99e232b7db6444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30016fb02443d9"/>
  </p:sldMasterIdLst>
  <p:notesMasterIdLst>
    <p:notesMasterId xmlns:r="http://schemas.openxmlformats.org/officeDocument/2006/relationships" r:id="R6673ae17cc2e4c41"/>
  </p:notesMasterIdLst>
  <p:sldIdLst>
    <p:sldId xmlns:r="http://schemas.openxmlformats.org/officeDocument/2006/relationships" id="256" r:id="R51ee3a71d72047c9"/>
    <p:sldId xmlns:r="http://schemas.openxmlformats.org/officeDocument/2006/relationships" id="257" r:id="Rf310b932373f4671"/>
    <p:sldId xmlns:r="http://schemas.openxmlformats.org/officeDocument/2006/relationships" id="258" r:id="R8baf040057394bfb"/>
    <p:sldId xmlns:r="http://schemas.openxmlformats.org/officeDocument/2006/relationships" id="259" r:id="Re2829c2957dd4d43"/>
    <p:sldId xmlns:r="http://schemas.openxmlformats.org/officeDocument/2006/relationships" id="260" r:id="R00dde6d819a543cc"/>
    <p:sldId xmlns:r="http://schemas.openxmlformats.org/officeDocument/2006/relationships" id="261" r:id="R92db7c97d8ce4251"/>
    <p:sldId xmlns:r="http://schemas.openxmlformats.org/officeDocument/2006/relationships" id="262" r:id="R162aae3b187946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78d861e32b477b" /><Relationship Type="http://schemas.openxmlformats.org/officeDocument/2006/relationships/slideMaster" Target="/ppt/slideMasters/slideMaster1.xml" Id="R4330016fb02443d9" /><Relationship Type="http://schemas.openxmlformats.org/officeDocument/2006/relationships/notesMaster" Target="/ppt/notesMasters/notesMaster1.xml" Id="R6673ae17cc2e4c41" /><Relationship Type="http://schemas.openxmlformats.org/officeDocument/2006/relationships/presProps" Target="/ppt/presProps.xml" Id="Recef1f4c288f4232" /><Relationship Type="http://schemas.openxmlformats.org/officeDocument/2006/relationships/tableStyles" Target="/ppt/tableStyles.xml" Id="R3f3fe354e1f14df1" /><Relationship Type="http://schemas.openxmlformats.org/officeDocument/2006/relationships/slide" Target="/ppt/slides/slide1.xml" Id="R51ee3a71d72047c9" /><Relationship Type="http://schemas.openxmlformats.org/officeDocument/2006/relationships/slide" Target="/ppt/slides/slide2.xml" Id="Rf310b932373f4671" /><Relationship Type="http://schemas.openxmlformats.org/officeDocument/2006/relationships/slide" Target="/ppt/slides/slide3.xml" Id="R8baf040057394bfb" /><Relationship Type="http://schemas.openxmlformats.org/officeDocument/2006/relationships/slide" Target="/ppt/slides/slide4.xml" Id="Re2829c2957dd4d43" /><Relationship Type="http://schemas.openxmlformats.org/officeDocument/2006/relationships/slide" Target="/ppt/slides/slide5.xml" Id="R00dde6d819a543cc" /><Relationship Type="http://schemas.openxmlformats.org/officeDocument/2006/relationships/slide" Target="/ppt/slides/slide6.xml" Id="R92db7c97d8ce4251" /><Relationship Type="http://schemas.openxmlformats.org/officeDocument/2006/relationships/slide" Target="/ppt/slides/slide7.xml" Id="R162aae3b187946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ea43568d3b4d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03a959bbaf405c" /><Relationship Type="http://schemas.openxmlformats.org/officeDocument/2006/relationships/notesMaster" Target="/ppt/notesMasters/notesMaster1.xml" Id="R074174b4900144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e7376cc0e54762" /><Relationship Type="http://schemas.openxmlformats.org/officeDocument/2006/relationships/notesMaster" Target="/ppt/notesMasters/notesMaster1.xml" Id="R056fda0e4fd44d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17c29bf56a418a" /><Relationship Type="http://schemas.openxmlformats.org/officeDocument/2006/relationships/notesMaster" Target="/ppt/notesMasters/notesMaster1.xml" Id="R367ef117dc3349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17c8032c8345c8" /><Relationship Type="http://schemas.openxmlformats.org/officeDocument/2006/relationships/notesMaster" Target="/ppt/notesMasters/notesMaster1.xml" Id="R3c5f4592ee1f40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b82c7c36174448" /><Relationship Type="http://schemas.openxmlformats.org/officeDocument/2006/relationships/notesMaster" Target="/ppt/notesMasters/notesMaster1.xml" Id="R3c2b2dcfb0674f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b9142762ea45e8" /><Relationship Type="http://schemas.openxmlformats.org/officeDocument/2006/relationships/notesMaster" Target="/ppt/notesMasters/notesMaster1.xml" Id="Rf94570f03a5d44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7ecd5212eb41c3" /><Relationship Type="http://schemas.openxmlformats.org/officeDocument/2006/relationships/notesMaster" Target="/ppt/notesMasters/notesMaster1.xml" Id="Rcd2aed31ee3a46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9effeba564c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7e8967d6348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9797212214b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facae57614a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7b7de02b849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3a8c5fcbd474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32d82dab44c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d675bebdb4fc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15ca2eb044625" /><Relationship Type="http://schemas.openxmlformats.org/officeDocument/2006/relationships/image" Target="/ppt/media/image.png" Id="R244bcf390f404e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cf763c74e445f" /><Relationship Type="http://schemas.openxmlformats.org/officeDocument/2006/relationships/image" Target="/ppt/media/image2.png" Id="R3d0c37a51500491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244bcf390f404ea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3d0c37a5150049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8be142e705453c" /><Relationship Type="http://schemas.openxmlformats.org/officeDocument/2006/relationships/slideLayout" Target="/ppt/slideLayouts/slideLayout1.xml" Id="R9990023e4c1f4b55" /><Relationship Type="http://schemas.openxmlformats.org/officeDocument/2006/relationships/slideLayout" Target="/ppt/slideLayouts/slideLayout2.xml" Id="Rafd5d42c53964ca3" /><Relationship Type="http://schemas.openxmlformats.org/officeDocument/2006/relationships/slideLayout" Target="/ppt/slideLayouts/slideLayout3.xml" Id="Ra19f5850ad95408a" /><Relationship Type="http://schemas.openxmlformats.org/officeDocument/2006/relationships/slideLayout" Target="/ppt/slideLayouts/slideLayout4.xml" Id="R7671bca0c6284f78" /><Relationship Type="http://schemas.openxmlformats.org/officeDocument/2006/relationships/slideLayout" Target="/ppt/slideLayouts/slideLayout5.xml" Id="Re8249effe2b54304" /><Relationship Type="http://schemas.openxmlformats.org/officeDocument/2006/relationships/slideLayout" Target="/ppt/slideLayouts/slideLayout6.xml" Id="R0a55f5649e434b12" /><Relationship Type="http://schemas.openxmlformats.org/officeDocument/2006/relationships/slideLayout" Target="/ppt/slideLayouts/slideLayout7.xml" Id="R68ae65106efc45d0" /><Relationship Type="http://schemas.openxmlformats.org/officeDocument/2006/relationships/slideLayout" Target="/ppt/slideLayouts/slideLayout8.xml" Id="R08fa37e65d894c98" /><Relationship Type="http://schemas.openxmlformats.org/officeDocument/2006/relationships/slideLayout" Target="/ppt/slideLayouts/slideLayout9.xml" Id="R8739ca223fb340c2" /><Relationship Type="http://schemas.openxmlformats.org/officeDocument/2006/relationships/slideLayout" Target="/ppt/slideLayouts/slideLayout10.xml" Id="R2fc70f37054a4bd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90023e4c1f4b55"/>
    <p:sldLayoutId xmlns:r="http://schemas.openxmlformats.org/officeDocument/2006/relationships" id="2147483650" r:id="Rafd5d42c53964ca3"/>
    <p:sldLayoutId xmlns:r="http://schemas.openxmlformats.org/officeDocument/2006/relationships" id="2147483651" r:id="Ra19f5850ad95408a"/>
    <p:sldLayoutId xmlns:r="http://schemas.openxmlformats.org/officeDocument/2006/relationships" id="2147483652" r:id="R7671bca0c6284f78"/>
    <p:sldLayoutId xmlns:r="http://schemas.openxmlformats.org/officeDocument/2006/relationships" id="2147483653" r:id="Re8249effe2b54304"/>
    <p:sldLayoutId xmlns:r="http://schemas.openxmlformats.org/officeDocument/2006/relationships" id="2147483654" r:id="R0a55f5649e434b12"/>
    <p:sldLayoutId xmlns:r="http://schemas.openxmlformats.org/officeDocument/2006/relationships" id="2147483655" r:id="R68ae65106efc45d0"/>
    <p:sldLayoutId xmlns:r="http://schemas.openxmlformats.org/officeDocument/2006/relationships" id="2147483656" r:id="R08fa37e65d894c98"/>
    <p:sldLayoutId xmlns:r="http://schemas.openxmlformats.org/officeDocument/2006/relationships" id="2147483657" r:id="R8739ca223fb340c2"/>
    <p:sldLayoutId xmlns:r="http://schemas.openxmlformats.org/officeDocument/2006/relationships" id="2147483658" r:id="R2fc70f37054a4bd9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50f8544a4402b" /><Relationship Type="http://schemas.openxmlformats.org/officeDocument/2006/relationships/notesSlide" Target="/ppt/notesSlides/notesSlide1.xml" Id="R7fc8958cd03643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a8f23ddfd2a4871" /><Relationship Type="http://schemas.openxmlformats.org/officeDocument/2006/relationships/notesSlide" Target="/ppt/notesSlides/notesSlide2.xml" Id="Re816ed91409c48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a6a83a68d4a41" /><Relationship Type="http://schemas.openxmlformats.org/officeDocument/2006/relationships/notesSlide" Target="/ppt/notesSlides/notesSlide3.xml" Id="R250527ef9fe048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054a1775ef04322" /><Relationship Type="http://schemas.openxmlformats.org/officeDocument/2006/relationships/notesSlide" Target="/ppt/notesSlides/notesSlide4.xml" Id="R10d6c1a4ee5442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05ed6377f3b4f04" /><Relationship Type="http://schemas.openxmlformats.org/officeDocument/2006/relationships/notesSlide" Target="/ppt/notesSlides/notesSlide5.xml" Id="R33205263bec245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0f200601b4440" /><Relationship Type="http://schemas.openxmlformats.org/officeDocument/2006/relationships/notesSlide" Target="/ppt/notesSlides/notesSlide6.xml" Id="Rf577dbf3b9e44d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246b8a6d547c1" /><Relationship Type="http://schemas.openxmlformats.org/officeDocument/2006/relationships/notesSlide" Target="/ppt/notesSlides/notesSlide7.xml" Id="R89ad66ef2d8b4b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PhyloLens</a:t>
            </a:r>
          </a:p>
          <a:p xmlns:a="http://schemas.openxmlformats.org/drawingml/2006/main">
            <a:r>
              <a:rPr sz="7200"/>
              <a:t>visualização filogenética escalável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Level of Detail semântico</a:t>
            </a:r>
          </a:p>
          <a:p xmlns:a="http://schemas.openxmlformats.org/drawingml/2006/main">
            <a:r>
              <a:rPr sz="2000"/>
              <a:t>slicing por viewport</a:t>
            </a:r>
          </a:p>
          <a:p xmlns:a="http://schemas.openxmlformats.org/drawingml/2006/main">
            <a:r>
              <a:rPr sz="2000"/>
              <a:t>interação web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PROTÓTIPO TÉCNICO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ESTADO ATUAL · JUNHO 2026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48936197-0731-4629-80E6-7C40BA7F42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ESCALA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Árvores e grafos filogenéticos grandes tornam transferência, layout e redesenho completos demasiado caros.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8308DA80-DB31-4C71-9B28-9FCDA367B84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40E68381-50B4-426E-9468-5BAD7C4FF90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MODELO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Pré-computar globalmente; consultar e renderizar apenas a região visível e o nível de detalhe necessário.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02E92A3F-07FE-47D9-BE73-15D39C820A8C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FOCO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LoD, layout force-directed, navegação por câmara, proxies de clusters e metadata associada.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5D34028E-C3D0-41C0-A85A-6A910D6DDC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Contexto: o grafo completo deixa de ser o payload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AC277E5C-C842-49CA-959B-16541714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2B6C23-72C5-4D02-A07C-BACDFEDB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391B3846-55D7-4382-8EBD-A6F0F9AC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397787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Estado atual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5645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Parser Newick e edge-list; branch lengths / distance opcionais na normalização.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Entrada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135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Grafo canónico determinístico: nós, arestas, distâncias e metadata por nó.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Modelo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60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Fruchterman–Reingold global no servidor, com coordenadas e bounds estáveis.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Layout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6832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Componentes por distance-threshold, construídos deterministicamente com Union-Find.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Hierarquia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076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R-tree estática STR por nível de LoD sobre bounds dos clusters.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Índice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448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Slice por viewport/zoom, max_nodes e foco; Sigma renderiza nós reais e proxies.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Runtime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VISUALIZAÇÃO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Representação node-link de relações filogenéticas / de tipagem.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SEMÂNTICA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Distâncias e topologia orientam a interpretação dos agrupamentos.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EXPLORAÇÃO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Interação sobre o grafo, atributos e estrutura inferida.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 comum com o PHYLOViZ original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grafo não-direcionado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layout force-directed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leitura de árvores / MST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exploração visual</a:t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goeBURST como referência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proximidade entre perfis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distâncias nas arestas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clusters interpretáveis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seleção de nós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inspeção de atributos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navegação visual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foco em epidemiologia</a:t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Preparação de dados filogenéticos em formatos interoperáveis.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DADOS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Integração de informação ancillary / metadata associada aos nós.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PLATAFORMA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Visualização no browser e pipeline separado entre dados e rendering.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 comum com o PHYLOViZ Online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suporte a Newick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validação de input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normalização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contratos explícitos</a:t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join por identificador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schema de metadata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filtros e mappings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resumos categóricos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experiência web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exploração interativa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preparação no backend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rendering no cliente</a:t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Contribuição técnica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LoD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threshold de distância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como zoom semântico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Slice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viewport no backend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payload limitado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66116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Union–Find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componentes estáveis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por threshold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Índice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STR R-tree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por nível de LoD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Objetivo: custo interativo proporcional ao slice visível — não ao dataset total. É uma hipótese arquitetural; falta demonstrá-la com benchmarks representativos.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Problemas e validação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0585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PRESERVAR A LEITURA TOPOLÓGICA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Um cluster por threshold pode esconder bifurcações, caminhos ou relações importantes. O proxy tem de manter contexto e continuidade.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6856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ESCOLHER O LoD CERTO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Threshold fixo não considera densidade visual, labels ou dimensão projetada. Zoom geométrico e distância semântica nem sempre coincidem.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416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VALIDAR ESCALA E UX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Medir prepare, memória e latência de view-slice; comparar com seleção sem índice; testar drill-down, estabilidade da câmara e filtros.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2026-06-22T10:29:11.6340000Z</dcterms:created>
  <dcterms:modified xsi:type="dcterms:W3CDTF">2026-06-22T10:29:11.6340000Z</dcterms:modified>
</coreProperties>
</file>